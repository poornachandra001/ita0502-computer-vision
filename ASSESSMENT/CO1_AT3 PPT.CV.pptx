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32" r:id="rId1"/>
  </p:sldMasterIdLst>
  <p:notesMasterIdLst>
    <p:notesMasterId r:id="rId9"/>
  </p:notesMasterIdLst>
  <p:sldIdLst>
    <p:sldId id="312" r:id="rId2"/>
    <p:sldId id="313" r:id="rId3"/>
    <p:sldId id="343" r:id="rId4"/>
    <p:sldId id="344" r:id="rId5"/>
    <p:sldId id="257" r:id="rId6"/>
    <p:sldId id="347" r:id="rId7"/>
    <p:sldId id="34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B2039-1E14-4D99-865C-A4340900C007}" v="8" dt="2026-07-16T04:17:45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rnachandhra59@gmail.com" userId="45d7af2a60040fc0" providerId="LiveId" clId="{AE3E3242-4624-4532-9351-E77D08D1F1A0}"/>
    <pc:docChg chg="custSel delSld modSld">
      <pc:chgData name="poornachandhra59@gmail.com" userId="45d7af2a60040fc0" providerId="LiveId" clId="{AE3E3242-4624-4532-9351-E77D08D1F1A0}" dt="2026-07-16T04:22:55.809" v="279" actId="2711"/>
      <pc:docMkLst>
        <pc:docMk/>
      </pc:docMkLst>
      <pc:sldChg chg="modSp mod">
        <pc:chgData name="poornachandhra59@gmail.com" userId="45d7af2a60040fc0" providerId="LiveId" clId="{AE3E3242-4624-4532-9351-E77D08D1F1A0}" dt="2026-07-16T04:22:45.886" v="278" actId="2711"/>
        <pc:sldMkLst>
          <pc:docMk/>
          <pc:sldMk cId="0" sldId="257"/>
        </pc:sldMkLst>
        <pc:spChg chg="mod">
          <ac:chgData name="poornachandhra59@gmail.com" userId="45d7af2a60040fc0" providerId="LiveId" clId="{AE3E3242-4624-4532-9351-E77D08D1F1A0}" dt="2026-07-16T04:22:37.908" v="27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oornachandhra59@gmail.com" userId="45d7af2a60040fc0" providerId="LiveId" clId="{AE3E3242-4624-4532-9351-E77D08D1F1A0}" dt="2026-07-16T04:22:45.886" v="278" actId="2711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0" sldId="305"/>
        </pc:sldMkLst>
      </pc:sldChg>
      <pc:sldChg chg="modSp mod">
        <pc:chgData name="poornachandhra59@gmail.com" userId="45d7af2a60040fc0" providerId="LiveId" clId="{AE3E3242-4624-4532-9351-E77D08D1F1A0}" dt="2026-07-16T04:09:34.834" v="159" actId="20577"/>
        <pc:sldMkLst>
          <pc:docMk/>
          <pc:sldMk cId="0" sldId="312"/>
        </pc:sldMkLst>
        <pc:spChg chg="mod">
          <ac:chgData name="poornachandhra59@gmail.com" userId="45d7af2a60040fc0" providerId="LiveId" clId="{AE3E3242-4624-4532-9351-E77D08D1F1A0}" dt="2026-07-16T04:08:08.299" v="82"/>
          <ac:spMkLst>
            <pc:docMk/>
            <pc:sldMk cId="0" sldId="312"/>
            <ac:spMk id="2" creationId="{22061D49-968E-179D-C80E-EE2A52F2C3DA}"/>
          </ac:spMkLst>
        </pc:spChg>
        <pc:spChg chg="mod">
          <ac:chgData name="poornachandhra59@gmail.com" userId="45d7af2a60040fc0" providerId="LiveId" clId="{AE3E3242-4624-4532-9351-E77D08D1F1A0}" dt="2026-07-16T04:06:58.212" v="81" actId="20577"/>
          <ac:spMkLst>
            <pc:docMk/>
            <pc:sldMk cId="0" sldId="312"/>
            <ac:spMk id="11" creationId="{00000000-0000-0000-0000-000000000000}"/>
          </ac:spMkLst>
        </pc:spChg>
        <pc:graphicFrameChg chg="modGraphic">
          <ac:chgData name="poornachandhra59@gmail.com" userId="45d7af2a60040fc0" providerId="LiveId" clId="{AE3E3242-4624-4532-9351-E77D08D1F1A0}" dt="2026-07-16T04:09:34.834" v="159" actId="20577"/>
          <ac:graphicFrameMkLst>
            <pc:docMk/>
            <pc:sldMk cId="0" sldId="312"/>
            <ac:graphicFrameMk id="5" creationId="{00000000-0000-0000-0000-000000000000}"/>
          </ac:graphicFrameMkLst>
        </pc:graphicFrameChg>
        <pc:graphicFrameChg chg="mod modGraphic">
          <ac:chgData name="poornachandhra59@gmail.com" userId="45d7af2a60040fc0" providerId="LiveId" clId="{AE3E3242-4624-4532-9351-E77D08D1F1A0}" dt="2026-07-16T04:08:46.937" v="107"/>
          <ac:graphicFrameMkLst>
            <pc:docMk/>
            <pc:sldMk cId="0" sldId="312"/>
            <ac:graphicFrameMk id="6" creationId="{00000000-0000-0000-0000-000000000000}"/>
          </ac:graphicFrameMkLst>
        </pc:graphicFrameChg>
      </pc:sldChg>
      <pc:sldChg chg="modSp mod">
        <pc:chgData name="poornachandhra59@gmail.com" userId="45d7af2a60040fc0" providerId="LiveId" clId="{AE3E3242-4624-4532-9351-E77D08D1F1A0}" dt="2026-07-16T04:14:01.257" v="207" actId="5793"/>
        <pc:sldMkLst>
          <pc:docMk/>
          <pc:sldMk cId="0" sldId="313"/>
        </pc:sldMkLst>
        <pc:spChg chg="mod">
          <ac:chgData name="poornachandhra59@gmail.com" userId="45d7af2a60040fc0" providerId="LiveId" clId="{AE3E3242-4624-4532-9351-E77D08D1F1A0}" dt="2026-07-16T04:14:01.257" v="207" actId="5793"/>
          <ac:spMkLst>
            <pc:docMk/>
            <pc:sldMk cId="0" sldId="313"/>
            <ac:spMk id="3" creationId="{00000000-0000-0000-0000-000000000000}"/>
          </ac:spMkLst>
        </pc:spChg>
        <pc:spChg chg="mod">
          <ac:chgData name="poornachandhra59@gmail.com" userId="45d7af2a60040fc0" providerId="LiveId" clId="{AE3E3242-4624-4532-9351-E77D08D1F1A0}" dt="2026-07-16T04:10:30.416" v="179" actId="20577"/>
          <ac:spMkLst>
            <pc:docMk/>
            <pc:sldMk cId="0" sldId="313"/>
            <ac:spMk id="6" creationId="{00000000-0000-0000-0000-000000000000}"/>
          </ac:spMkLst>
        </pc:spChg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0" sldId="314"/>
        </pc:sldMkLst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1734052531" sldId="337"/>
        </pc:sldMkLst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3596398308" sldId="338"/>
        </pc:sldMkLst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4040715562" sldId="342"/>
        </pc:sldMkLst>
      </pc:sldChg>
      <pc:sldChg chg="modSp mod">
        <pc:chgData name="poornachandhra59@gmail.com" userId="45d7af2a60040fc0" providerId="LiveId" clId="{AE3E3242-4624-4532-9351-E77D08D1F1A0}" dt="2026-07-16T04:13:43.510" v="205" actId="2711"/>
        <pc:sldMkLst>
          <pc:docMk/>
          <pc:sldMk cId="3766641659" sldId="343"/>
        </pc:sldMkLst>
        <pc:spChg chg="mod">
          <ac:chgData name="poornachandhra59@gmail.com" userId="45d7af2a60040fc0" providerId="LiveId" clId="{AE3E3242-4624-4532-9351-E77D08D1F1A0}" dt="2026-07-16T04:13:43.510" v="205" actId="2711"/>
          <ac:spMkLst>
            <pc:docMk/>
            <pc:sldMk cId="3766641659" sldId="343"/>
            <ac:spMk id="3" creationId="{00000000-0000-0000-0000-000000000000}"/>
          </ac:spMkLst>
        </pc:spChg>
        <pc:spChg chg="mod">
          <ac:chgData name="poornachandhra59@gmail.com" userId="45d7af2a60040fc0" providerId="LiveId" clId="{AE3E3242-4624-4532-9351-E77D08D1F1A0}" dt="2026-07-16T04:12:43.143" v="202" actId="20577"/>
          <ac:spMkLst>
            <pc:docMk/>
            <pc:sldMk cId="3766641659" sldId="343"/>
            <ac:spMk id="6" creationId="{00000000-0000-0000-0000-000000000000}"/>
          </ac:spMkLst>
        </pc:spChg>
      </pc:sldChg>
      <pc:sldChg chg="modSp mod">
        <pc:chgData name="poornachandhra59@gmail.com" userId="45d7af2a60040fc0" providerId="LiveId" clId="{AE3E3242-4624-4532-9351-E77D08D1F1A0}" dt="2026-07-16T04:14:53.298" v="232" actId="5793"/>
        <pc:sldMkLst>
          <pc:docMk/>
          <pc:sldMk cId="2434392732" sldId="344"/>
        </pc:sldMkLst>
        <pc:spChg chg="mod">
          <ac:chgData name="poornachandhra59@gmail.com" userId="45d7af2a60040fc0" providerId="LiveId" clId="{AE3E3242-4624-4532-9351-E77D08D1F1A0}" dt="2026-07-16T04:14:53.298" v="232" actId="5793"/>
          <ac:spMkLst>
            <pc:docMk/>
            <pc:sldMk cId="2434392732" sldId="344"/>
            <ac:spMk id="3" creationId="{00000000-0000-0000-0000-000000000000}"/>
          </ac:spMkLst>
        </pc:spChg>
        <pc:spChg chg="mod">
          <ac:chgData name="poornachandhra59@gmail.com" userId="45d7af2a60040fc0" providerId="LiveId" clId="{AE3E3242-4624-4532-9351-E77D08D1F1A0}" dt="2026-07-16T04:14:41.253" v="229" actId="20577"/>
          <ac:spMkLst>
            <pc:docMk/>
            <pc:sldMk cId="2434392732" sldId="344"/>
            <ac:spMk id="6" creationId="{00000000-0000-0000-0000-000000000000}"/>
          </ac:spMkLst>
        </pc:spChg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1061913424" sldId="345"/>
        </pc:sldMkLst>
      </pc:sldChg>
      <pc:sldChg chg="modSp mod">
        <pc:chgData name="poornachandhra59@gmail.com" userId="45d7af2a60040fc0" providerId="LiveId" clId="{AE3E3242-4624-4532-9351-E77D08D1F1A0}" dt="2026-07-16T04:22:55.809" v="279" actId="2711"/>
        <pc:sldMkLst>
          <pc:docMk/>
          <pc:sldMk cId="156762831" sldId="347"/>
        </pc:sldMkLst>
        <pc:spChg chg="mod">
          <ac:chgData name="poornachandhra59@gmail.com" userId="45d7af2a60040fc0" providerId="LiveId" clId="{AE3E3242-4624-4532-9351-E77D08D1F1A0}" dt="2026-07-16T04:18:19.399" v="274" actId="1076"/>
          <ac:spMkLst>
            <pc:docMk/>
            <pc:sldMk cId="156762831" sldId="347"/>
            <ac:spMk id="2" creationId="{00000000-0000-0000-0000-000000000000}"/>
          </ac:spMkLst>
        </pc:spChg>
        <pc:spChg chg="mod">
          <ac:chgData name="poornachandhra59@gmail.com" userId="45d7af2a60040fc0" providerId="LiveId" clId="{AE3E3242-4624-4532-9351-E77D08D1F1A0}" dt="2026-07-16T04:22:55.809" v="279" actId="2711"/>
          <ac:spMkLst>
            <pc:docMk/>
            <pc:sldMk cId="156762831" sldId="347"/>
            <ac:spMk id="3" creationId="{00000000-0000-0000-0000-000000000000}"/>
          </ac:spMkLst>
        </pc:spChg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57816010" sldId="348"/>
        </pc:sldMkLst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1752237713" sldId="349"/>
        </pc:sldMkLst>
      </pc:sldChg>
      <pc:sldChg chg="del">
        <pc:chgData name="poornachandhra59@gmail.com" userId="45d7af2a60040fc0" providerId="LiveId" clId="{AE3E3242-4624-4532-9351-E77D08D1F1A0}" dt="2026-07-16T04:19:22.675" v="275" actId="47"/>
        <pc:sldMkLst>
          <pc:docMk/>
          <pc:sldMk cId="3513995936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35B01-8286-45F0-9637-A1D9B15E4FE1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543A0-99BF-489B-A09E-E21425E91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2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84107" y="1575653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417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021"/>
            <a:ext cx="609600" cy="441325"/>
          </a:xfrm>
        </p:spPr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1216" y="3009902"/>
            <a:ext cx="609600" cy="441325"/>
          </a:xfrm>
        </p:spPr>
        <p:txBody>
          <a:bodyPr/>
          <a:lstStyle/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A10D50B-76D3-4FD8-AABC-626A40B53236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4017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253B43-DF85-4FB7-A030-8B801D6A83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022787"/>
              </p:ext>
            </p:extLst>
          </p:nvPr>
        </p:nvGraphicFramePr>
        <p:xfrm>
          <a:off x="391040" y="4406900"/>
          <a:ext cx="4094945" cy="143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71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dirty="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Supervisor</a:t>
                      </a:r>
                      <a:r>
                        <a:rPr lang="en-US" sz="2000" baseline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: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712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Times New Roman"/>
                          <a:cs typeface="Times New Roman"/>
                        </a:rPr>
                        <a:t>Dr. R C </a:t>
                      </a:r>
                      <a:r>
                        <a:rPr lang="en-US" sz="2000" baseline="0" dirty="0" err="1">
                          <a:latin typeface="Times New Roman"/>
                          <a:cs typeface="Times New Roman"/>
                        </a:rPr>
                        <a:t>jeni</a:t>
                      </a:r>
                      <a:r>
                        <a:rPr lang="en-US" sz="2000" baseline="0" dirty="0">
                          <a:latin typeface="Times New Roman"/>
                          <a:cs typeface="Times New Roman"/>
                        </a:rPr>
                        <a:t> Gracia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679">
                <a:tc>
                  <a:txBody>
                    <a:bodyPr/>
                    <a:lstStyle/>
                    <a:p>
                      <a:endParaRPr lang="en-US" sz="1600" baseline="0" dirty="0">
                        <a:latin typeface="Times New Roman"/>
                        <a:cs typeface="Times New Roman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197573"/>
              </p:ext>
            </p:extLst>
          </p:nvPr>
        </p:nvGraphicFramePr>
        <p:xfrm>
          <a:off x="8128000" y="4406900"/>
          <a:ext cx="3908584" cy="14935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908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1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Students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:</a:t>
                      </a: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>
                          <a:latin typeface="Times New Roman"/>
                          <a:cs typeface="Times New Roman"/>
                        </a:rPr>
                        <a:t>P. Poorna Chandra (192472287).</a:t>
                      </a:r>
                      <a:endParaRPr lang="en-US" sz="2000" dirty="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US" sz="2000" baseline="0" dirty="0">
                        <a:latin typeface="Times New Roman"/>
                        <a:cs typeface="Times New Roman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94">
                <a:tc>
                  <a:txBody>
                    <a:bodyPr/>
                    <a:lstStyle/>
                    <a:p>
                      <a:endParaRPr lang="en-US" sz="2000" dirty="0">
                        <a:latin typeface="Times New Roman"/>
                        <a:cs typeface="Times New Roman"/>
                      </a:endParaRPr>
                    </a:p>
                  </a:txBody>
                  <a:tcPr marL="121920" marR="1219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1525916" y="264543"/>
            <a:ext cx="9245600" cy="12853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endParaRPr lang="en-US" sz="3200" b="1" dirty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557069"/>
            <a:ext cx="1219200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dirty="0">
                <a:ea typeface="+mn-lt"/>
                <a:cs typeface="+mn-lt"/>
              </a:rPr>
              <a:t>ITA0502 – Computer Vision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61D49-968E-179D-C80E-EE2A52F2C3DA}"/>
              </a:ext>
            </a:extLst>
          </p:cNvPr>
          <p:cNvSpPr txBox="1"/>
          <p:nvPr/>
        </p:nvSpPr>
        <p:spPr>
          <a:xfrm>
            <a:off x="2438512" y="2965086"/>
            <a:ext cx="7890292" cy="52322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800" dirty="0"/>
              <a:t>Pixel Representation in Computer Vision</a:t>
            </a:r>
            <a:endParaRPr lang="en-US" sz="2800" b="1" dirty="0">
              <a:latin typeface="Times New Roman"/>
              <a:cs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64543"/>
            <a:ext cx="10274300" cy="1001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8800" y="2324100"/>
            <a:ext cx="375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sz="quarter" idx="1"/>
          </p:nvPr>
        </p:nvSpPr>
        <p:spPr>
          <a:xfrm>
            <a:off x="1151890" y="2607152"/>
            <a:ext cx="10027920" cy="2941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Pixel?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pixel is the smallest part of a digital image.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image is made up of many tiny pixels.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stores colour or brightness information.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pixels together form a clear image.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2400" b="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64543"/>
            <a:ext cx="10274300" cy="10017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59200" y="1549400"/>
            <a:ext cx="431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sz="quarter" idx="1"/>
          </p:nvPr>
        </p:nvSpPr>
        <p:spPr>
          <a:xfrm>
            <a:off x="933450" y="2562445"/>
            <a:ext cx="11258550" cy="380655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Representation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pixel has a position in the image.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pixel stores a colour value or brightness value.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 images use Red, Green, and Blue (RGB).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images use values from 0 to 255 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64543"/>
            <a:ext cx="10274300" cy="10017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59200" y="1549400"/>
            <a:ext cx="431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</p:txBody>
      </p:sp>
    </p:spTree>
    <p:extLst>
      <p:ext uri="{BB962C8B-B14F-4D97-AF65-F5344CB8AC3E}">
        <p14:creationId xmlns:p14="http://schemas.microsoft.com/office/powerpoint/2010/main" val="376664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sz="quarter" idx="1"/>
          </p:nvPr>
        </p:nvSpPr>
        <p:spPr>
          <a:xfrm>
            <a:off x="2164080" y="2579345"/>
            <a:ext cx="10027920" cy="294193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Face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Self-Driving Cars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Medical Imaging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Security Cameras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Mobile Cameras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64543"/>
            <a:ext cx="10274300" cy="10017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59200" y="1549400"/>
            <a:ext cx="431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APPLICATONS</a:t>
            </a:r>
          </a:p>
        </p:txBody>
      </p:sp>
    </p:spTree>
    <p:extLst>
      <p:ext uri="{BB962C8B-B14F-4D97-AF65-F5344CB8AC3E}">
        <p14:creationId xmlns:p14="http://schemas.microsoft.com/office/powerpoint/2010/main" val="243439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1638458"/>
            <a:ext cx="10027920" cy="54864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9340" y="2559301"/>
            <a:ext cx="10731500" cy="3308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Challenges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resolution makes images blurry.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adds unwanted dots.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lighting changes pixel values.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Blurred images reduce detection accuracy.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64543"/>
            <a:ext cx="11658600" cy="10017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201" y="1776110"/>
            <a:ext cx="10027920" cy="54864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5201" y="2834604"/>
            <a:ext cx="11218812" cy="3308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pixels join together to make a complete image.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pixel stores colour or brightness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uses pixels to recognize objects, faces, and other information in images.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64543"/>
            <a:ext cx="11658600" cy="10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5" b="1515"/>
          <a:stretch>
            <a:fillRect/>
          </a:stretch>
        </p:blipFill>
        <p:spPr bwMode="auto">
          <a:xfrm>
            <a:off x="177800" y="139700"/>
            <a:ext cx="11798300" cy="623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9250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506</TotalTime>
  <Words>191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Georgia</vt:lpstr>
      <vt:lpstr>Times New Roman</vt:lpstr>
      <vt:lpstr>Wingdings</vt:lpstr>
      <vt:lpstr>Wingdings 2</vt:lpstr>
      <vt:lpstr>Civic</vt:lpstr>
      <vt:lpstr>PowerPoint Presentation</vt:lpstr>
      <vt:lpstr>PowerPoint Presentation</vt:lpstr>
      <vt:lpstr>PowerPoint Presentation</vt:lpstr>
      <vt:lpstr>PowerPoint Presentation</vt:lpstr>
      <vt:lpstr>PROBLEM IDENTIFICATION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Information System for Small-Scale Farmers</dc:title>
  <dc:creator>admin</dc:creator>
  <cp:lastModifiedBy>poornachandhra59@gmail.com</cp:lastModifiedBy>
  <cp:revision>420</cp:revision>
  <dcterms:created xsi:type="dcterms:W3CDTF">2018-12-29T07:03:00Z</dcterms:created>
  <dcterms:modified xsi:type="dcterms:W3CDTF">2026-07-16T05:12:23Z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1033-11.2.0.9150</vt:lpwstr>
  </property>
</Properties>
</file>